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93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11512" y="-914400"/>
            <a:ext cx="3291840" cy="32918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|  FACULTY OF ENGINEERING AND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 •  CEF 440: Internet &amp; Mobile Programming  •  Task 7: Final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Mobile App for Collection of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Data from Mobile Network Subscribers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19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Course Instructor: Dr Nkemeni Valery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0292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Djeugwa Weah Maximilienne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FE23A036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53400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Tchouanmou Touonang Whitney Elsa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FE23A165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65099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Lorel Ekamba Ako-Tabe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FE23A083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50292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Essoh Roddick Essoh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FE23A048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53400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Bezia Precious</a:t>
            </a: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FE23A026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6916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6916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920" y="16916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29718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 &amp; 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60920" y="29718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Frontend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425196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 Implementation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2519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2519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425196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 &amp; Results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5321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91640" y="553212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&amp; Business Model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55321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55321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60920" y="553212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the Study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growth: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 mobile apps now underpin learning, work, entertainment, and commerce — all dependent on network performance.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vs QoE: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QoS metrics (speed, latency, jitter) don't fully capture how users actually experience the network.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Speedtest, nPerf, and OpenSignal show raw metrics but rarely translate them into meaningful experience insights.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— a cross-platform app that measures network performance AND evaluates real user Quality of Experience (QoE).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0" y="3611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5760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experience: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infrastructure improvements, users still face unreliable internet performance.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no interpretation: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display numbers without explaining how they affect the user's real experience.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history &amp; intelligence: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apps offer historical analysis, QoE evaluation, or improvement recommendations.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 to judge if their connection suits a task, or to spot patterns of degradation over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develop, and evaluate a cross-platform mobile app that measures network performance and assesses Quality of Experience (QoE) for Cameroonian mobile subscribers.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intuitive, user-friendly monitoring interface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9992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download/upload speed, latency, jitter &amp; network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test results locally and remotely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307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to estimate user QoE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historical performance via reports &amp; graphs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462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343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insights &amp; recommendations to users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074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secure backend for storage &amp; sync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5193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5074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evaluate, and deploy using industry practices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Significance &amp;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Android-first, cross-platform capable app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network testing, history, visualization &amp; QoE scoring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ISP infrastructure management &amp; hardware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judge if their network suits streaming, work, or study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operators (MTN, Orange, Camtel) insight into real experience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researchers a platform for QoE data collection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47548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47548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(UML)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47548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50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47548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638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55480" y="475488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0" y="475488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92640" y="4754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Gathering &amp;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&amp; Techniques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subscribers, MTN/Orange/Camtel, our dev team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bodies, researchers &amp; data analysts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Google Form — 121 responses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sessions to capture expectations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monitoring, alerts, ratings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Speedtest, OpenSignal, NetMonster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9606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survey process photo / speed-test sample screenshot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12" name="Image 25">
            <a:extLst>
              <a:ext uri="{FF2B5EF4-FFF2-40B4-BE49-F238E27FC236}">
                <a16:creationId xmlns:a16="http://schemas.microsoft.com/office/drawing/2014/main" id="{C5C2A407-FC3F-D578-AE1F-B6F17C140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46" y="2966020"/>
            <a:ext cx="4430800" cy="385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 24">
            <a:extLst>
              <a:ext uri="{FF2B5EF4-FFF2-40B4-BE49-F238E27FC236}">
                <a16:creationId xmlns:a16="http://schemas.microsoft.com/office/drawing/2014/main" id="{6E267F2E-DF34-9720-0583-459CD9685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078" y="3390561"/>
            <a:ext cx="4024702" cy="346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Findings (121 Responses)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network experience as Poor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810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poor quality many times daily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810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a network monitoring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810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about data usage by a new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 use MTN, 20.7% Orange, and 36.4% use multiple networks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 rely mainly on 4G/LTE mobile data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 are concerned about privacy; 52.1% about battery drain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 would be willing to install a background-monitoring app (with conditions)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55321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Observations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survey responses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inconsistent entries (network-type formats)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incomplete responses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dates &amp; numeric values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 with speed, especially at peak hours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instability — dropped connections, slow browsing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vs. measured performance often disagree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interest in a low-battery, automatic feedback app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2806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3050" y="6080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12" name="Image 22">
            <a:extLst>
              <a:ext uri="{FF2B5EF4-FFF2-40B4-BE49-F238E27FC236}">
                <a16:creationId xmlns:a16="http://schemas.microsoft.com/office/drawing/2014/main" id="{09A9674F-C21E-099B-6A52-97391187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230" y="3689131"/>
            <a:ext cx="6198364" cy="2759611"/>
          </a:xfrm>
          <a:prstGeom prst="rect">
            <a:avLst/>
          </a:prstGeom>
        </p:spPr>
      </p:pic>
      <p:pic>
        <p:nvPicPr>
          <p:cNvPr id="13" name="Image 21">
            <a:extLst>
              <a:ext uri="{FF2B5EF4-FFF2-40B4-BE49-F238E27FC236}">
                <a16:creationId xmlns:a16="http://schemas.microsoft.com/office/drawing/2014/main" id="{F194A1EB-80C1-7F29-2D4D-778BE5F91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8" y="3883977"/>
            <a:ext cx="5249670" cy="251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Reluctance Assessment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Reluctance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drain fear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operation may deplete 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usage concern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unexpected consumption on limited plans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invasion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Location/device tracking feels like surveillance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Annoyance from 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feedback requests interrupt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trust in operators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 don't always trust MTN/Orange/Camtel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ADOPTED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privacy policy + user control over data sharing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Battery-optimized background processing + transparency on data use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Prioritization &amp;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monitoring, auto metric collection, feedback, secure storage, GPS/timestamp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dashboard, offline sync, notifications/alerts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sharing, multi-language, personalized themes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metric collection, feedback submission, timestamp/GPS storage, sync, QoE reports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low battery use, reliability, usability, 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 Specification (SRS)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background monitoring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&amp; satisfaction rating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 strength, speed, latency, jitter, GPS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synchronization with backend server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report &amp; analytics generation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efficient operation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protected user data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Crash-free continuous operation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interface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large user bases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Modelling &amp;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system boundary and how the QoE App interacts with outside actors.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feedback/ratings; receive notifications &amp; reports.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network metrics &amp; GPS data.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sync, storage, and analytics access.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analysts: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QoE reports and analytics for optimization.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Mobile QoE Data Collection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C183EA0C-8C60-88B0-65E9-337FC069CA5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055476" y="1143000"/>
            <a:ext cx="6947337" cy="448056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(Level 0 &amp; 1)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 &amp; Sarson, modelled in Draw.io.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Mobile Operators &amp; Researchers exchange feedback, metrics, and QoE reports with the central QoE System.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system into User Interaction, Network Monitoring, Feedback Collection, and QoE Report Analysis processes.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Data, Feedback Data, and QoE Report Data.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&amp; Level 1 diagrams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9" name="Picture 8" descr="Dataflow Diagram for Network App.drawio">
            <a:extLst>
              <a:ext uri="{FF2B5EF4-FFF2-40B4-BE49-F238E27FC236}">
                <a16:creationId xmlns:a16="http://schemas.microsoft.com/office/drawing/2014/main" id="{E84C8B09-3DFF-1179-3229-09B504E6A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77" y="367337"/>
            <a:ext cx="4693715" cy="603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Subscriber, Network Operator, Backend System.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monitoring, view real-time stats, collect signal/latency/speed, GPS tagging, offline storage &amp; sync.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User-driven: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QoE feedback, submit manual reports, view weekly reports, manage data-sharing preferences, bilingual support.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 includes signal, latency, speed &amp; GPS collection sub-cases.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— Mobile Network QoE Monitoring 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56D7EE-EE95-9BCA-AFCB-65D5DC5A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43" y="1048243"/>
            <a:ext cx="6670857" cy="3752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Diagrams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 &amp; Background Monitoring Start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Metrics Collection &amp; Offline Storage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099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Offline-to-Online Data Synchronization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Prompt &amp; QoE Rating Collection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16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Network Problem Report Submission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tagged with GPS, timestamp, operator &amp; device model — data stored in SQLite is never lost, even offline, and syncs via AES-256-encrypted HTTPS once connectivity returns.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8521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diagram(s) for selected scenario(s)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C372C4-C44C-B11F-BE85-37BDE4A6B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93181"/>
            <a:ext cx="5943600" cy="40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Feedback, NetworkMetrics, QoEReport, Notification, SystemBackend.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hierarchy: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MobileOperator, Researcher &amp; RegulatorBody inherit from an abstract Stakeholder class.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Feedback &amp; generates/views NetworkMetrics; QoEReport aggregates Feedback + Metrics.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features: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via visibility markers, anonymous-user mode, scalable backend integration.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QoE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pic>
        <p:nvPicPr>
          <p:cNvPr id="9" name="Picture 8" descr="Screenshot 2026-05-25 103954">
            <a:extLst>
              <a:ext uri="{FF2B5EF4-FFF2-40B4-BE49-F238E27FC236}">
                <a16:creationId xmlns:a16="http://schemas.microsoft.com/office/drawing/2014/main" id="{5B0B2568-9F67-4FCA-2FF0-7DD107D96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584" y="868680"/>
            <a:ext cx="6355009" cy="448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client-server model across mobile devices, app server, database, and dashboards.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HarmonyOS &amp; Windows Mobile — cross-platform reach.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hosting REST APIs &amp; analytics module.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connected via JDBC/SSL on port 3306.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everywhere, SSL-secured DB connections, authenticated access.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 — Multi-Platform QoE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45365E-D267-5AF3-985E-76BEB78B2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358" y="941832"/>
            <a:ext cx="6605489" cy="4408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 &amp; Frontend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Identity — NetPulse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"Measuring Network Experience, Empowering Connectivity."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concept: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signal icon + pulse waveform, in blue &amp; green tones for technology, reliability, and growth.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Subscribers, MTN/Orange/Camtel/Nexttel, regulators, network engineers &amp; researchers.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0" y="36576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5852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logo &amp; brand mark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pic>
        <p:nvPicPr>
          <p:cNvPr id="9" name="Image 820514337">
            <a:extLst>
              <a:ext uri="{FF2B5EF4-FFF2-40B4-BE49-F238E27FC236}">
                <a16:creationId xmlns:a16="http://schemas.microsoft.com/office/drawing/2014/main" id="{00D6B62C-1690-C255-DA15-5B70375EF8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272" y="480060"/>
            <a:ext cx="6522720" cy="5413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Design &amp; Screens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#2563EB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#10B981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#F59E0B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#EF4444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Dashboard: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score, test submission, history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Operator/Admin Dashboard: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analytics, comparisons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Dashboard: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 &amp; compliance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0063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470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framework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18470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 &amp; maintainability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8470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NativeWind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utility styling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build &amp; deployment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3703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transitions &amp; routing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3703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/ useEffect for state &amp;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secure login, session persistence, role-based redirection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cards, interactive charts, regional comparison tables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 &amp; language: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mode; English &amp; French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Backend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entities: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Session, Network Performance, User Feedback, Location, Notification, Alert, Analytics Report, QoE Prediction.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relationships are one-to-many (1:M) — e.g. one User → many Sessions &amp; Feedback entries.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data; referential integrity enforced via foreign keys.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supports future machine-learning-based QoE prediction.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36576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5852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— qoe_monitoring_db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pic>
        <p:nvPicPr>
          <p:cNvPr id="9" name="Image 17">
            <a:extLst>
              <a:ext uri="{FF2B5EF4-FFF2-40B4-BE49-F238E27FC236}">
                <a16:creationId xmlns:a16="http://schemas.microsoft.com/office/drawing/2014/main" id="{0841915E-C4E3-9679-8928-B360099E3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092" y="1512316"/>
            <a:ext cx="6057900" cy="36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MySQL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qoe_monitoring_db with Users, Network Measurements, QoE Scores &amp; Reports tables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measurements &amp; reports back to Users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auto-generated on every record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Node.js / Express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data collection, QoE score computation, report generation, API management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driver via config folder connection file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responses consumed by the React Native frontend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0520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Relevant Image / Diagram Here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 logs / API test (Postman) screenshot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pic>
        <p:nvPicPr>
          <p:cNvPr id="12" name="Image 18">
            <a:extLst>
              <a:ext uri="{FF2B5EF4-FFF2-40B4-BE49-F238E27FC236}">
                <a16:creationId xmlns:a16="http://schemas.microsoft.com/office/drawing/2014/main" id="{9281A903-FCDF-4E89-5796-4E2BB449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81" y="3815255"/>
            <a:ext cx="6261791" cy="2660157"/>
          </a:xfrm>
          <a:prstGeom prst="rect">
            <a:avLst/>
          </a:prstGeom>
        </p:spPr>
      </p:pic>
      <p:pic>
        <p:nvPicPr>
          <p:cNvPr id="13" name="Image 28">
            <a:extLst>
              <a:ext uri="{FF2B5EF4-FFF2-40B4-BE49-F238E27FC236}">
                <a16:creationId xmlns:a16="http://schemas.microsoft.com/office/drawing/2014/main" id="{83903E73-5C5A-2C47-6E95-CD059D63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985" y="3856187"/>
            <a:ext cx="5486925" cy="28946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Deployment &amp;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Functional, Performance &amp; Acceptance Testing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Network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metrics displayed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Test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results stored in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test records displayed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graphs generated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 times; smooth interactions; efficient DB read/write.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found the interface intuitive; minor tweaks applied before deployment.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46520" y="35433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46520" y="56235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screenshots — live speed test &amp; QoS history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pic>
        <p:nvPicPr>
          <p:cNvPr id="4" name="Image 820514340">
            <a:extLst>
              <a:ext uri="{FF2B5EF4-FFF2-40B4-BE49-F238E27FC236}">
                <a16:creationId xmlns:a16="http://schemas.microsoft.com/office/drawing/2014/main" id="{90A98852-D8D7-F6D7-FBBC-5E7BE78AD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68425"/>
            <a:ext cx="2371725" cy="4121150"/>
          </a:xfrm>
          <a:prstGeom prst="rect">
            <a:avLst/>
          </a:prstGeom>
        </p:spPr>
      </p:pic>
      <p:pic>
        <p:nvPicPr>
          <p:cNvPr id="10" name="Image 820514339">
            <a:extLst>
              <a:ext uri="{FF2B5EF4-FFF2-40B4-BE49-F238E27FC236}">
                <a16:creationId xmlns:a16="http://schemas.microsoft.com/office/drawing/2014/main" id="{C1C1A3A6-5518-4CF9-987B-ABB1E0F8B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176" y="1353312"/>
            <a:ext cx="2438304" cy="4500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Testing to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tests return download/upload speed, latency, jitter &amp; network type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results let users track performance changes over time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reports reveal periods of good vs. poor connectivity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&amp; database integrate stably end-to-end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compiled into a production-ready Android APK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configured for secure database communication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multiple Android devices &amp; screen sizes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future Google Play Store publication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Strategy &amp; Business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&amp; Marketing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professionals &amp; remote workers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Gamers needing low-latency insight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regulators studying QoE trends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 &amp; telecom operators (MTN, Orange, Camtel)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205740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LinkedIn, TikTok, YouTube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 speed optimization &amp; QoE analysis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telecom operators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&amp; email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testing + Premium analytics &amp; export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ads (Google AdMob) on free tier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0" y="22677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Monthly/yearly plans for premium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3913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dashboards for telecoms &amp; institutions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3913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 access to anonymized QoE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2104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0" y="39136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Privacy-compliant, consented aggregate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&amp; How We Solved Them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3891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compatibility differences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testing &amp; UI adjustments across devices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Fluctuating network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sampling &amp; averaging techniques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API 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within rate limits; adapted feature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/ DB connection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relationships; corrected credentials &amp; 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&amp; resource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Prioritized core features; iterative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Goals Achieved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delivery: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integrates a React Native frontend, Node.js backend, and MySQL database into one working system.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QoE captured: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objective network metrics with subjective user feedback for a complete picture.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testing: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performance, and user-acceptance testing confirmed reliable, intuitive operation.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 genuine gap for Cameroonian mobile subscribers and gives operators actionable insight.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an Android APK, tested across devices, positioned for future Play Store release.</a:t>
            </a:r>
            <a:endParaRPr lang="en-US" sz="1450" dirty="0"/>
          </a:p>
          <a:p>
            <a:pPr marL="177800" indent="-1778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QoE prediction, outage detection, and crowd-sourced coverage maps mapped out as next steps.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273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A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NetPulse  •  Group 19  •  CEF 440  •  University of Buea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2407</Words>
  <Application>Microsoft Office PowerPoint</Application>
  <PresentationFormat>Widescreen</PresentationFormat>
  <Paragraphs>441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NetPulse - QoE Mobile Data Collection App</dc:title>
  <dc:subject>PptxGenJS Presentation</dc:subject>
  <dc:creator>Group 19</dc:creator>
  <cp:lastModifiedBy>Elsa Tchouanmou</cp:lastModifiedBy>
  <cp:revision>2</cp:revision>
  <dcterms:created xsi:type="dcterms:W3CDTF">2026-07-04T10:04:11Z</dcterms:created>
  <dcterms:modified xsi:type="dcterms:W3CDTF">2026-07-04T10:49:53Z</dcterms:modified>
</cp:coreProperties>
</file>